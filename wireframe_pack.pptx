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 Pack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Essential Assignment Tracker</a:t>
            </a:r>
          </a:p>
          <a:p>
            <a:r>
              <a:t>Low &amp; Mid Fidelity Wireframes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Screen - Low Fidelity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layout:</a:t>
            </a:r>
          </a:p>
          <a:p>
            <a:r>
              <a:t>- Title</a:t>
            </a:r>
          </a:p>
          <a:p>
            <a:r>
              <a:t>- Time</a:t>
            </a:r>
          </a:p>
          <a:p>
            <a:r>
              <a:t>- Greeting</a:t>
            </a:r>
          </a:p>
          <a:p>
            <a:r>
              <a:t>- Enter Button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Screen - Mid Fidelity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layout:</a:t>
            </a:r>
          </a:p>
          <a:p>
            <a:r>
              <a:t>- Header</a:t>
            </a:r>
          </a:p>
          <a:p>
            <a:r>
              <a:t>- Time display</a:t>
            </a:r>
          </a:p>
          <a:p>
            <a:r>
              <a:t>- Greeting</a:t>
            </a:r>
          </a:p>
          <a:p>
            <a:r>
              <a:t>- Styled Enter button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- Low Fidelity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Blocks:</a:t>
            </a:r>
          </a:p>
          <a:p>
            <a:r>
              <a:t>- Stats</a:t>
            </a:r>
          </a:p>
          <a:p>
            <a:r>
              <a:t>- Assignment list</a:t>
            </a:r>
          </a:p>
          <a:p>
            <a:r>
              <a:t>- Sidebar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- Mid Fidelity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Structured:</a:t>
            </a:r>
          </a:p>
          <a:p>
            <a:r>
              <a:t>- Cards for stats</a:t>
            </a:r>
          </a:p>
          <a:p>
            <a:r>
              <a:t>- Table layout</a:t>
            </a:r>
          </a:p>
          <a:p>
            <a:r>
              <a:t>- Filters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Assignment - Low Fidelity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Fields:</a:t>
            </a:r>
          </a:p>
          <a:p>
            <a:r>
              <a:t>- Name</a:t>
            </a:r>
          </a:p>
          <a:p>
            <a:r>
              <a:t>- Module</a:t>
            </a:r>
          </a:p>
          <a:p>
            <a:r>
              <a:t>- Date</a:t>
            </a:r>
          </a:p>
          <a:p>
            <a:r>
              <a:t>- Priority</a:t>
            </a:r>
          </a:p>
          <a:p>
            <a:r>
              <a:t>- Notes</a:t>
            </a:r>
          </a:p>
          <a:p>
            <a:r>
              <a:t>- Submit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Assignment - Mid Fidelity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form with grouped sections and dropdowns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Screen - Low Fidelity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Blocks:</a:t>
            </a:r>
          </a:p>
          <a:p>
            <a:r>
              <a:t>- Progress</a:t>
            </a:r>
          </a:p>
          <a:p>
            <a:r>
              <a:t>- Week</a:t>
            </a:r>
          </a:p>
          <a:p>
            <a:r>
              <a:t>- Overdue</a:t>
            </a:r>
          </a:p>
          <a:p>
            <a:r>
              <a:t>- Today</a:t>
            </a:r>
          </a:p>
          <a:p>
            <a:r>
              <a:t>- Week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Screen - Mid Fidelity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dashboard:</a:t>
            </a:r>
          </a:p>
          <a:p>
            <a:r>
              <a:t>- Progress bar</a:t>
            </a:r>
          </a:p>
          <a:p>
            <a:r>
              <a:t>- Weekly layout</a:t>
            </a:r>
          </a:p>
          <a:p>
            <a:r>
              <a:t>- Details panel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