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Essential Assignment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Wireframe Pack (Low &amp; Mid Fidelity)</a:t>
            </a:r>
          </a:p>
          <a:p>
            <a:r>
              <a:t>Design &amp;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1: Welcome Screen (Low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basic conceptual layout showing the structure of the welcome interface.</a:t>
            </a:r>
          </a:p>
          <a:p/>
          <a:p>
            <a:r>
              <a:t>Focus:</a:t>
            </a:r>
          </a:p>
          <a:p>
            <a:r>
              <a:t>- Core elements only</a:t>
            </a:r>
          </a:p>
          <a:p>
            <a:r>
              <a:t>- No styling or colour</a:t>
            </a:r>
          </a:p>
          <a:p>
            <a:r>
              <a:t>- Represents early ideation stage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2: Welcome Screen (Mid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refined layout with improved alignment and structure.</a:t>
            </a:r>
          </a:p>
          <a:p/>
          <a:p>
            <a:r>
              <a:t>Improvements:</a:t>
            </a:r>
          </a:p>
          <a:p>
            <a:r>
              <a:t>- Clear hierarchy</a:t>
            </a:r>
          </a:p>
          <a:p>
            <a:r>
              <a:t>- Defined sections</a:t>
            </a:r>
          </a:p>
          <a:p>
            <a:r>
              <a:t>- Introduction of button placement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3: Dashboard (Low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Simplified representation of dashboard structure.</a:t>
            </a:r>
          </a:p>
          <a:p/>
          <a:p>
            <a:r>
              <a:t>Focus:</a:t>
            </a:r>
          </a:p>
          <a:p>
            <a:r>
              <a:t>- Stats overview</a:t>
            </a:r>
          </a:p>
          <a:p>
            <a:r>
              <a:t>- Assignment list</a:t>
            </a:r>
          </a:p>
          <a:p>
            <a:r>
              <a:t>- Navigation placement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4: Dashboard (Mid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dashboard layout.</a:t>
            </a:r>
          </a:p>
          <a:p/>
          <a:p>
            <a:r>
              <a:t>Improvements:</a:t>
            </a:r>
          </a:p>
          <a:p>
            <a:r>
              <a:t>- Card-based stats</a:t>
            </a:r>
          </a:p>
          <a:p>
            <a:r>
              <a:t>- Table structure</a:t>
            </a:r>
          </a:p>
          <a:p>
            <a:r>
              <a:t>- Filter positioning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5: Add Assignment (Low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form structure.</a:t>
            </a:r>
          </a:p>
          <a:p/>
          <a:p>
            <a:r>
              <a:t>Focus:</a:t>
            </a:r>
          </a:p>
          <a:p>
            <a:r>
              <a:t>- Input fields only</a:t>
            </a:r>
          </a:p>
          <a:p>
            <a:r>
              <a:t>- No UI complexity</a:t>
            </a:r>
          </a:p>
          <a:p>
            <a:r>
              <a:t>- Represents initial planning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6: Add Assignment (Mid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Refined input form.</a:t>
            </a:r>
          </a:p>
          <a:p/>
          <a:p>
            <a:r>
              <a:t>Improvements:</a:t>
            </a:r>
          </a:p>
          <a:p>
            <a:r>
              <a:t>- Grouped fields</a:t>
            </a:r>
          </a:p>
          <a:p>
            <a:r>
              <a:t>- Dropdown placeholders</a:t>
            </a:r>
          </a:p>
          <a:p>
            <a:r>
              <a:t>- Better spacing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7: Overview Screen (Low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Conceptual dashboard overview.</a:t>
            </a:r>
          </a:p>
          <a:p/>
          <a:p>
            <a:r>
              <a:t>Focus:</a:t>
            </a:r>
          </a:p>
          <a:p>
            <a:r>
              <a:t>- Progress</a:t>
            </a:r>
          </a:p>
          <a:p>
            <a:r>
              <a:t>- Weekly structure</a:t>
            </a:r>
          </a:p>
          <a:p>
            <a:r>
              <a:t>- Minimal layout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8: Overview Screen (Mid Fidelity)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overview dashboard.</a:t>
            </a:r>
          </a:p>
          <a:p/>
          <a:p>
            <a:r>
              <a:t>Improvements:</a:t>
            </a:r>
          </a:p>
          <a:p>
            <a:r>
              <a:t>- Section separation</a:t>
            </a:r>
          </a:p>
          <a:p>
            <a:r>
              <a:t>- Weekly layout clarity</a:t>
            </a:r>
          </a:p>
          <a:p>
            <a:r>
              <a:t>- Detail panel inclusion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transition from low to mid fidelity demonstrates iterative design.</a:t>
            </a:r>
          </a:p>
          <a:p/>
          <a:p>
            <a:r>
              <a:t>Low fidelity:</a:t>
            </a:r>
          </a:p>
          <a:p>
            <a:r>
              <a:t>- Focus on ideas and structure</a:t>
            </a:r>
          </a:p>
          <a:p>
            <a:r>
              <a:t>- Fast to create and modify</a:t>
            </a:r>
          </a:p>
          <a:p/>
          <a:p>
            <a:r>
              <a:t>Mid fidelity:</a:t>
            </a:r>
          </a:p>
          <a:p>
            <a:r>
              <a:t>- Improves usability and clarity</a:t>
            </a:r>
          </a:p>
          <a:p>
            <a:r>
              <a:t>- Prepares for high fidelity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